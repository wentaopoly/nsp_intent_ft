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NSP Intent JSON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ADB5BD"/>
                </a:solidFill>
              </a:defRPr>
            </a:pPr>
            <a:r>
              <a:t>Fine-Tuning Qwen3.5-9B for Automated Network Service Configuration</a:t>
            </a:r>
            <a:br/>
            <a:r>
              <a:t>Nokia NAR Lab | transport-intent-transformer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Nokia NSP requires precise JSON intent configurations to deploy network services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Engineers must manually write 30-900 lines of JSON for each service deployment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Each field (IP addresses, ports, VLANs, SDPs) must be exactly correct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One mistake = deployment failure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Goal: Let engineers describe services in natural language,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and automatically generate correct, API-ready JSON configurations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Previous Approach &amp; Its Problems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</a:defRPr>
            </a:pPr>
            <a:r>
              <a:t>Marla's Approach vs 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Marla's Approach (Problems)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Trained on documentation Q&amp;A (95 samples)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  -&gt; Model learned to answer questions, not fill JSON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Two-step pipeline used base model, not fine-tuned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  -&gt; Fine-tuning had zero impact on inference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Preprocessing bug lost context information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  -&gt; combined_prompts created but never used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15 epochs on 76 samples = severe overfitting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  -&gt; Loss 0.09, Accuracy 97.8% (memorized)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VPRN JSON too large (7400 tokens) for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8A745"/>
                </a:solidFill>
              </a:defRPr>
            </a:pPr>
            <a:r>
              <a:t>Our Approach (Solutions)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Train directly on target task: NL -&gt; fill-values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  -&gt; Training = Inference, perfectly aligned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Fill-Values format (compact, ~200 tokens)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  -&gt; Template merging handles boilerplate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1500 synthetic samples from real constraints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  -&gt; Sarvesh's operational rules built in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5 epochs + eval monitoring + early stopping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  -&gt; No overfitting (eval_loss &lt; train_loss)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All intent types fit within 2048 tokens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Architecture: Fill-Values Approach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</a:defRPr>
            </a:pPr>
            <a:r>
              <a:t>The Fill-Values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Instead of generating complete JSON (30-900 lines), the model outputs only the values that need to change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Pipeline:  User Instruction  -&gt;  Model (fill-values)  -&gt;  Template Merge  -&gt;  API-ready JSON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Advantages: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Model focuses purely on semantic understanding (NL -&gt; parameters)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Structural correctness guaranteed by template (not by model)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All intent types (including VPRN) fit within 2048 tokens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Deterministic merge script = no hallucinated JSON 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2A4A"/>
                </a:solidFill>
              </a:defRPr>
            </a:pPr>
            <a:r>
              <a:t>Input / Output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The model extracts parameters; a deterministic script produces the final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2529"/>
                </a:solidFill>
                <a:latin typeface="Consolas"/>
              </a:defRPr>
            </a:pPr>
            <a:r>
              <a:t>INPUT (Natural Language):</a:t>
            </a:r>
            <a:br/>
            <a:r>
              <a:t>"Create an E-Pipe service named 'Epipe-VLAN-1001-nvlink' for customer 10.</a:t>
            </a:r>
            <a:br/>
            <a:r>
              <a:t> Connect device 192.168.0.37 port 1/2/c4/1 to device 192.168.0.16</a:t>
            </a:r>
            <a:br/>
            <a:r>
              <a:t> port 1/2/c5/1, VLAN 1001, MTU 1492. SDP 3716 and 1637."</a:t>
            </a:r>
            <a:br/>
            <a:br/>
            <a:r>
              <a:t>OUTPUT (Model generates fill-values):</a:t>
            </a:r>
            <a:br/>
            <a:r>
              <a:t>{</a:t>
            </a:r>
            <a:br/>
            <a:r>
              <a:t>  "intent_type": "epipe",</a:t>
            </a:r>
            <a:br/>
            <a:r>
              <a:t>  "template_name": "ePIPE-Service-Using-SDP",</a:t>
            </a:r>
            <a:br/>
            <a:r>
              <a:t>  "fill_values": {</a:t>
            </a:r>
            <a:br/>
            <a:r>
              <a:t>    "service-name": "Epipe-VLAN-1001-nvlink",</a:t>
            </a:r>
            <a:br/>
            <a:r>
              <a:t>    "customer-id": 10,</a:t>
            </a:r>
            <a:br/>
            <a:r>
              <a:t>    "site-a.device-id": "192.168.0.37",</a:t>
            </a:r>
            <a:br/>
            <a:r>
              <a:t>    "site-a.endpoint[0].port-id": "1/2/c4/1",</a:t>
            </a:r>
            <a:br/>
            <a:r>
              <a:t>    "site-a.endpoint[0].outer-vlan-tag": 1001,</a:t>
            </a:r>
            <a:br/>
            <a:r>
              <a:t>    "site-b.device-id": "192.168.0.16",</a:t>
            </a:r>
            <a:br/>
            <a:r>
              <a:t>    "site-b.endpoint[0].port-id": "1/2/c5/1",</a:t>
            </a:r>
            <a:br/>
            <a:r>
              <a:t>    "sdp[0].sdp-id": "3716",</a:t>
            </a:r>
            <a:br/>
            <a:r>
              <a:t>    "sdp[0].source-device-id": "192.168.0.37",</a:t>
            </a:r>
            <a:br/>
            <a:r>
              <a:t>    "sdp[0].destination-device-id": "192.168.0.16",</a:t>
            </a:r>
            <a:br/>
            <a:r>
              <a:t>    "sdp[1].sdp-id": "1637",</a:t>
            </a:r>
            <a:br/>
            <a:r>
              <a:t>    "sdp[1].source-device-id": "192.168.0.16",</a:t>
            </a:r>
            <a:br/>
            <a:r>
              <a:t>    "sdp[1].destination-device-id": "192.168.0.37"</a:t>
            </a:r>
            <a:br/>
            <a:r>
              <a:t>  }</a:t>
            </a:r>
            <a:br/>
            <a:r>
              <a:t>}</a:t>
            </a:r>
            <a:br/>
            <a:br/>
            <a:r>
              <a:t>FINAL (After template merge -&gt; API-ready JSON, 66 lines, directly POST-able to NSP)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Training Data 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</a:defRPr>
            </a:pPr>
            <a:r>
              <a:t>Data Sources &amp;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Real operational data from Sarvesh's NSP deployments: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Complete cURL commands with actual JSON payloads (tunnel, epipe, VPRN)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Real device IPs, port formats, naming conventions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SDP bidirectionality rule: two entries with swapped src/dst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SDP ID derivation: last IP octets concatenated (37+16 = 3716)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We extracted these constraints and built a synthetic data generator: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30-50 natural language templates per intent type (formal, conversational, terse)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Random but realistic values within valid ranges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Automatic validation: IP format, port format, VLAN range, SDP rules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100% pass rate on all 1500 generated samples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</a:defRPr>
            </a:pPr>
            <a:r>
              <a:t>Training Data Distribution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Intent Type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Fillable Fields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Tunnel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Simple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 fields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EPIPE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14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VPRN (1 site)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~15 fields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VPRN (2 sites)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~30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Training Configuration &amp;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</a:defRPr>
            </a:pPr>
            <a:r>
              <a:t>Training Setup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Base Model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Qwen3.5-9B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Strong structured output capability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BF16 (no quantization)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2x48GB GPUs = plenty of VRAM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LoRA (r=32, alpha=64)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0.65% trainable params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Target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q/k/v/o_proj + gate/up/down_proj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Attention + MLP for JSON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GPUs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2x NVIDIA RTX 6000 Ada (DDP)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Each loads full model copy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Prevents overfitting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Learning Rate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2e-4 (cosine decay)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Conservative, stable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Effective 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32 (2x2x8)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batch=2, grad_accum=8, 2 GPUs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Training Time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52 minutes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190 steps total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</a:defRPr>
            </a:pPr>
            <a:r>
              <a:t>Training Progress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Epoch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Train Loss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Train Acc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Eval Loss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Eval Acc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0.793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80.5%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0.163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94.1%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1.32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0.126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95.1%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0.120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95.3%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3.95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0.115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95.4%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0.114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95.4%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0.115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</a:defRPr>
            </a:pPr>
            <a:r>
              <a:t>Key Training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Eval Loss consistently lower than Train Loss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No overfitting - model generalizes well to unseen data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Fast convergence: 94% accuracy within first epoch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Fill-values format makes the task learnable and structured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Stable plateau at 95.4% accuracy from epoch 2 onward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Model learned all patterns; further epochs provide fine-tuning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Contrast with Marla: her loss 0.09 / acc 97.8% = overfitting (76 samples, 15 epochs)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Our loss 0.115 / acc 95.4% = healthy generalization (1200 samples, 5 epochs)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Results: Real-World Validation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</a:defRPr>
            </a:pPr>
            <a:r>
              <a:t>Validation Against Sarvesh's Real Deployments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Test 1: MPLS Tunnel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Input: "Create an MPLS tunnel from 192.168.0.16 to 192.168.0.37, SDP 1637"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Result: EXACT MATCH with Sarvesh's real tunnel JSON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All 4 fields (source, destination, SDP ID, name) correct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Test 2: ePIPE Service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Input: "Create E-Pipe for customer 10, 192.168.0.37 to 192.168.0.16, VLAN 1001"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Result: EXACT MATCH with Sarvesh's real epipe JSON</a:t>
            </a:r>
          </a:p>
          <a:p>
            <a:pPr lvl="1">
              <a:spcAft>
                <a:spcPts val="600"/>
              </a:spcAft>
              <a:defRPr sz="1400">
                <a:solidFill>
                  <a:srgbClr val="6C757D"/>
                </a:solidFill>
              </a:defRPr>
            </a:pPr>
            <a:r>
              <a:t>All 16 fields correct, including SDP bidirectionality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Both outputs are directly deployable to NSP RESTConf API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</a:defRPr>
            </a:pPr>
            <a:r>
              <a:t>Supported Intent Types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Intent Type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Tunnel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MPLS SDP with BGP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~6 parameters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Validated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EPIPE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Point-to-Point Ethernet (E-Line)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~16 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Validated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VPRN (1 site)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L3 VPN, single site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~15 parameters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Demonstrated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VPRN (2+ sites)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L3 VPN, multi-site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~30+ 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Demonstrated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ADB5BD"/>
                </a:solidFill>
              </a:defRPr>
            </a:pPr>
            <a:r>
              <a:t>Natural Language -&gt; NSP Intent JSON</a:t>
            </a:r>
            <a:br/>
            <a:r>
              <a:t>Fine-tuned Qwen3.5-9B | BF16 + LoRA | 52 min training</a:t>
            </a:r>
            <a:br/>
            <a:r>
              <a:t>Validated against real operational data | Ready for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